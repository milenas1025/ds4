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nton" charset="1" panose="00000500000000000000"/>
      <p:regular r:id="rId12"/>
    </p:embeddedFont>
    <p:embeddedFont>
      <p:font typeface="XM Yekan Bold" charset="1" panose="02000803030000020004"/>
      <p:regular r:id="rId13"/>
    </p:embeddedFont>
    <p:embeddedFont>
      <p:font typeface="XM Yekan" charset="1" panose="0200050303000002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8823" y="-1035213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7" y="0"/>
                </a:lnTo>
                <a:lnTo>
                  <a:pt x="45444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2413" y="1001064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938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544142" y="-1389257"/>
            <a:ext cx="5839774" cy="6056134"/>
            <a:chOff x="0" y="0"/>
            <a:chExt cx="1538047" cy="15950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8047" cy="1595031"/>
            </a:xfrm>
            <a:custGeom>
              <a:avLst/>
              <a:gdLst/>
              <a:ahLst/>
              <a:cxnLst/>
              <a:rect r="r" b="b" t="t" l="l"/>
              <a:pathLst>
                <a:path h="1595031" w="1538047">
                  <a:moveTo>
                    <a:pt x="132572" y="0"/>
                  </a:moveTo>
                  <a:lnTo>
                    <a:pt x="1405475" y="0"/>
                  </a:lnTo>
                  <a:cubicBezTo>
                    <a:pt x="1440636" y="0"/>
                    <a:pt x="1474356" y="13967"/>
                    <a:pt x="1499218" y="38830"/>
                  </a:cubicBezTo>
                  <a:cubicBezTo>
                    <a:pt x="1524080" y="63692"/>
                    <a:pt x="1538047" y="97412"/>
                    <a:pt x="1538047" y="132572"/>
                  </a:cubicBezTo>
                  <a:lnTo>
                    <a:pt x="1538047" y="1462459"/>
                  </a:lnTo>
                  <a:cubicBezTo>
                    <a:pt x="1538047" y="1497619"/>
                    <a:pt x="1524080" y="1531339"/>
                    <a:pt x="1499218" y="1556202"/>
                  </a:cubicBezTo>
                  <a:cubicBezTo>
                    <a:pt x="1474356" y="1581064"/>
                    <a:pt x="1440636" y="1595031"/>
                    <a:pt x="1405475" y="1595031"/>
                  </a:cubicBezTo>
                  <a:lnTo>
                    <a:pt x="132572" y="1595031"/>
                  </a:lnTo>
                  <a:cubicBezTo>
                    <a:pt x="97412" y="1595031"/>
                    <a:pt x="63692" y="1581064"/>
                    <a:pt x="38830" y="1556202"/>
                  </a:cubicBezTo>
                  <a:cubicBezTo>
                    <a:pt x="13967" y="1531339"/>
                    <a:pt x="0" y="1497619"/>
                    <a:pt x="0" y="1462459"/>
                  </a:cubicBezTo>
                  <a:lnTo>
                    <a:pt x="0" y="132572"/>
                  </a:lnTo>
                  <a:cubicBezTo>
                    <a:pt x="0" y="97412"/>
                    <a:pt x="13967" y="63692"/>
                    <a:pt x="38830" y="38830"/>
                  </a:cubicBezTo>
                  <a:cubicBezTo>
                    <a:pt x="63692" y="13967"/>
                    <a:pt x="97412" y="0"/>
                    <a:pt x="132572" y="0"/>
                  </a:cubicBezTo>
                  <a:close/>
                </a:path>
              </a:pathLst>
            </a:custGeom>
            <a:solidFill>
              <a:srgbClr val="2C2E31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38047" cy="1633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456264" y="1040514"/>
            <a:ext cx="4272153" cy="4272153"/>
          </a:xfrm>
          <a:custGeom>
            <a:avLst/>
            <a:gdLst/>
            <a:ahLst/>
            <a:cxnLst/>
            <a:rect r="r" b="b" t="t" l="l"/>
            <a:pathLst>
              <a:path h="4272153" w="4272153">
                <a:moveTo>
                  <a:pt x="0" y="0"/>
                </a:moveTo>
                <a:lnTo>
                  <a:pt x="4272153" y="0"/>
                </a:lnTo>
                <a:lnTo>
                  <a:pt x="4272153" y="4272153"/>
                </a:lnTo>
                <a:lnTo>
                  <a:pt x="0" y="4272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0" id="10"/>
          <p:cNvSpPr/>
          <p:nvPr/>
        </p:nvSpPr>
        <p:spPr>
          <a:xfrm>
            <a:off x="-3642352" y="9526914"/>
            <a:ext cx="12786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3121014" y="5750013"/>
            <a:ext cx="5166986" cy="4114800"/>
          </a:xfrm>
          <a:custGeom>
            <a:avLst/>
            <a:gdLst/>
            <a:ahLst/>
            <a:cxnLst/>
            <a:rect r="r" b="b" t="t" l="l"/>
            <a:pathLst>
              <a:path h="4114800" w="5166986">
                <a:moveTo>
                  <a:pt x="0" y="0"/>
                </a:moveTo>
                <a:lnTo>
                  <a:pt x="5166986" y="0"/>
                </a:lnTo>
                <a:lnTo>
                  <a:pt x="5166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77735" y="7421197"/>
            <a:ext cx="12958797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APLICACIÓN WEB PARA LA ADMINISTRACIÓN DE PACIENTES, MÉDICOS Y CITAS MÉDICAS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7735" y="4106698"/>
            <a:ext cx="11394931" cy="296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8"/>
              </a:lnSpc>
              <a:spcBef>
                <a:spcPct val="0"/>
              </a:spcBef>
            </a:pPr>
            <a:r>
              <a:rPr lang="en-US" sz="17413" strike="noStrike" u="none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PROYECTO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7735" y="8841621"/>
            <a:ext cx="10664442" cy="39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b="true" sz="2799" spc="335">
                <a:solidFill>
                  <a:srgbClr val="100F0D"/>
                </a:solidFill>
                <a:latin typeface="XM Yekan Bold"/>
                <a:ea typeface="XM Yekan Bold"/>
                <a:cs typeface="XM Yekan Bold"/>
                <a:sym typeface="XM Yekan Bold"/>
              </a:rPr>
              <a:t>MILENA SIMMONS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811" y="3226673"/>
            <a:ext cx="9003364" cy="6004118"/>
            <a:chOff x="0" y="0"/>
            <a:chExt cx="1159636" cy="773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9636" cy="773332"/>
            </a:xfrm>
            <a:custGeom>
              <a:avLst/>
              <a:gdLst/>
              <a:ahLst/>
              <a:cxnLst/>
              <a:rect r="r" b="b" t="t" l="l"/>
              <a:pathLst>
                <a:path h="773332" w="1159636">
                  <a:moveTo>
                    <a:pt x="0" y="0"/>
                  </a:moveTo>
                  <a:lnTo>
                    <a:pt x="1159636" y="0"/>
                  </a:lnTo>
                  <a:lnTo>
                    <a:pt x="1159636" y="773332"/>
                  </a:lnTo>
                  <a:lnTo>
                    <a:pt x="0" y="773332"/>
                  </a:lnTo>
                  <a:close/>
                </a:path>
              </a:pathLst>
            </a:custGeom>
            <a:blipFill>
              <a:blip r:embed="rId2"/>
              <a:stretch>
                <a:fillRect l="0" t="-7919" r="0" b="-7919"/>
              </a:stretch>
            </a:blipFill>
            <a:ln w="857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-5400000">
            <a:off x="15753661" y="-39582"/>
            <a:ext cx="3972741" cy="2614786"/>
          </a:xfrm>
          <a:custGeom>
            <a:avLst/>
            <a:gdLst/>
            <a:ahLst/>
            <a:cxnLst/>
            <a:rect r="r" b="b" t="t" l="l"/>
            <a:pathLst>
              <a:path h="2614786" w="3972741">
                <a:moveTo>
                  <a:pt x="0" y="0"/>
                </a:moveTo>
                <a:lnTo>
                  <a:pt x="3972742" y="0"/>
                </a:lnTo>
                <a:lnTo>
                  <a:pt x="3972742" y="2614786"/>
                </a:lnTo>
                <a:lnTo>
                  <a:pt x="0" y="2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947553" y="3226673"/>
            <a:ext cx="9181400" cy="6122846"/>
            <a:chOff x="0" y="0"/>
            <a:chExt cx="1159636" cy="7733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9636" cy="773332"/>
            </a:xfrm>
            <a:custGeom>
              <a:avLst/>
              <a:gdLst/>
              <a:ahLst/>
              <a:cxnLst/>
              <a:rect r="r" b="b" t="t" l="l"/>
              <a:pathLst>
                <a:path h="773332" w="1159636">
                  <a:moveTo>
                    <a:pt x="0" y="0"/>
                  </a:moveTo>
                  <a:lnTo>
                    <a:pt x="1159636" y="0"/>
                  </a:lnTo>
                  <a:lnTo>
                    <a:pt x="1159636" y="773332"/>
                  </a:lnTo>
                  <a:lnTo>
                    <a:pt x="0" y="773332"/>
                  </a:lnTo>
                  <a:close/>
                </a:path>
              </a:pathLst>
            </a:custGeom>
            <a:blipFill>
              <a:blip r:embed="rId5"/>
              <a:stretch>
                <a:fillRect l="-46" t="0" r="-46" b="0"/>
              </a:stretch>
            </a:blipFill>
            <a:ln w="857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74723" y="285625"/>
            <a:ext cx="13925478" cy="177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60"/>
              </a:lnSpc>
              <a:spcBef>
                <a:spcPct val="0"/>
              </a:spcBef>
            </a:pPr>
            <a:r>
              <a:rPr lang="en-US" sz="10400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DIAGRAMAS</a:t>
            </a:r>
            <a:r>
              <a:rPr lang="en-US" sz="10400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 DE ALTO NIVEL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4218" y="2105365"/>
            <a:ext cx="4726445" cy="92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4"/>
              </a:lnSpc>
            </a:pPr>
            <a:r>
              <a:rPr lang="en-US" sz="506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Original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3757" y="2105365"/>
            <a:ext cx="4726445" cy="92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4"/>
              </a:lnSpc>
            </a:pPr>
            <a:r>
              <a:rPr lang="en-US" sz="506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Final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2485" y="2059497"/>
            <a:ext cx="14092016" cy="8028517"/>
            <a:chOff x="0" y="0"/>
            <a:chExt cx="1357387" cy="773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7387" cy="773332"/>
            </a:xfrm>
            <a:custGeom>
              <a:avLst/>
              <a:gdLst/>
              <a:ahLst/>
              <a:cxnLst/>
              <a:rect r="r" b="b" t="t" l="l"/>
              <a:pathLst>
                <a:path h="773332" w="1357387">
                  <a:moveTo>
                    <a:pt x="0" y="0"/>
                  </a:moveTo>
                  <a:lnTo>
                    <a:pt x="1357387" y="0"/>
                  </a:lnTo>
                  <a:lnTo>
                    <a:pt x="1357387" y="773332"/>
                  </a:lnTo>
                  <a:lnTo>
                    <a:pt x="0" y="773332"/>
                  </a:lnTo>
                  <a:close/>
                </a:path>
              </a:pathLst>
            </a:custGeom>
            <a:blipFill>
              <a:blip r:embed="rId2"/>
              <a:stretch>
                <a:fillRect l="-306" t="0" r="-306" b="0"/>
              </a:stretch>
            </a:blipFill>
            <a:ln w="857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-5400000">
            <a:off x="15753661" y="-39582"/>
            <a:ext cx="3972741" cy="2614786"/>
          </a:xfrm>
          <a:custGeom>
            <a:avLst/>
            <a:gdLst/>
            <a:ahLst/>
            <a:cxnLst/>
            <a:rect r="r" b="b" t="t" l="l"/>
            <a:pathLst>
              <a:path h="2614786" w="3972741">
                <a:moveTo>
                  <a:pt x="0" y="0"/>
                </a:moveTo>
                <a:lnTo>
                  <a:pt x="3972742" y="0"/>
                </a:lnTo>
                <a:lnTo>
                  <a:pt x="3972742" y="2614786"/>
                </a:lnTo>
                <a:lnTo>
                  <a:pt x="0" y="2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274723" y="285625"/>
            <a:ext cx="15157915" cy="177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60"/>
              </a:lnSpc>
              <a:spcBef>
                <a:spcPct val="0"/>
              </a:spcBef>
            </a:pPr>
            <a:r>
              <a:rPr lang="en-US" sz="10400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DIAGRAMAS</a:t>
            </a:r>
            <a:r>
              <a:rPr lang="en-US" sz="10400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 DE BASE DE DATOS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57401" y="-770743"/>
            <a:ext cx="5339580" cy="11398031"/>
            <a:chOff x="0" y="0"/>
            <a:chExt cx="1406309" cy="3001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6309" cy="3001950"/>
            </a:xfrm>
            <a:custGeom>
              <a:avLst/>
              <a:gdLst/>
              <a:ahLst/>
              <a:cxnLst/>
              <a:rect r="r" b="b" t="t" l="l"/>
              <a:pathLst>
                <a:path h="3001950" w="1406309">
                  <a:moveTo>
                    <a:pt x="0" y="0"/>
                  </a:moveTo>
                  <a:lnTo>
                    <a:pt x="1406309" y="0"/>
                  </a:lnTo>
                  <a:lnTo>
                    <a:pt x="1406309" y="3001950"/>
                  </a:lnTo>
                  <a:lnTo>
                    <a:pt x="0" y="3001950"/>
                  </a:lnTo>
                  <a:close/>
                </a:path>
              </a:pathLst>
            </a:custGeom>
            <a:solidFill>
              <a:srgbClr val="9F938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06309" cy="30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004274" y="6510237"/>
            <a:ext cx="818351" cy="1096724"/>
          </a:xfrm>
          <a:custGeom>
            <a:avLst/>
            <a:gdLst/>
            <a:ahLst/>
            <a:cxnLst/>
            <a:rect r="r" b="b" t="t" l="l"/>
            <a:pathLst>
              <a:path h="1096724" w="818351">
                <a:moveTo>
                  <a:pt x="0" y="0"/>
                </a:moveTo>
                <a:lnTo>
                  <a:pt x="818350" y="0"/>
                </a:lnTo>
                <a:lnTo>
                  <a:pt x="818350" y="1096725"/>
                </a:lnTo>
                <a:lnTo>
                  <a:pt x="0" y="1096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38270" y="3401392"/>
            <a:ext cx="7113956" cy="435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2602" indent="-381301" lvl="1">
              <a:lnSpc>
                <a:spcPts val="4945"/>
              </a:lnSpc>
              <a:buFont typeface="Arial"/>
              <a:buChar char="•"/>
            </a:pPr>
            <a:r>
              <a:rPr lang="en-US" sz="3532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Uso de procedimientos almacenados para:</a:t>
            </a:r>
          </a:p>
          <a:p>
            <a:pPr algn="l" marL="1525205" indent="-508402" lvl="2">
              <a:lnSpc>
                <a:spcPts val="4945"/>
              </a:lnSpc>
              <a:buFont typeface="Arial"/>
              <a:buChar char="⚬"/>
            </a:pPr>
            <a:r>
              <a:rPr lang="en-US" sz="3532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Listar información</a:t>
            </a:r>
          </a:p>
          <a:p>
            <a:pPr algn="l" marL="1525205" indent="-508402" lvl="2">
              <a:lnSpc>
                <a:spcPts val="4945"/>
              </a:lnSpc>
              <a:buFont typeface="Arial"/>
              <a:buChar char="⚬"/>
            </a:pPr>
            <a:r>
              <a:rPr lang="en-US" sz="3532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Insertar registros</a:t>
            </a:r>
          </a:p>
          <a:p>
            <a:pPr algn="l" marL="1525205" indent="-508402" lvl="2">
              <a:lnSpc>
                <a:spcPts val="4945"/>
              </a:lnSpc>
              <a:buFont typeface="Arial"/>
              <a:buChar char="⚬"/>
            </a:pPr>
            <a:r>
              <a:rPr lang="en-US" sz="3532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Actualizar datos</a:t>
            </a:r>
          </a:p>
          <a:p>
            <a:pPr algn="l" marL="1525205" indent="-508402" lvl="2">
              <a:lnSpc>
                <a:spcPts val="4945"/>
              </a:lnSpc>
              <a:buFont typeface="Arial"/>
              <a:buChar char="⚬"/>
            </a:pPr>
            <a:r>
              <a:rPr lang="en-US" sz="3532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Eliminar registros</a:t>
            </a:r>
          </a:p>
          <a:p>
            <a:pPr algn="l">
              <a:lnSpc>
                <a:spcPts val="4945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5400000">
            <a:off x="14574221" y="6823905"/>
            <a:ext cx="4790356" cy="7200013"/>
            <a:chOff x="0" y="0"/>
            <a:chExt cx="1887273" cy="28366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7273" cy="2836614"/>
            </a:xfrm>
            <a:custGeom>
              <a:avLst/>
              <a:gdLst/>
              <a:ahLst/>
              <a:cxnLst/>
              <a:rect r="r" b="b" t="t" l="l"/>
              <a:pathLst>
                <a:path h="2836614" w="1887273">
                  <a:moveTo>
                    <a:pt x="0" y="0"/>
                  </a:moveTo>
                  <a:lnTo>
                    <a:pt x="1887273" y="0"/>
                  </a:lnTo>
                  <a:lnTo>
                    <a:pt x="1887273" y="2836614"/>
                  </a:lnTo>
                  <a:lnTo>
                    <a:pt x="0" y="2836614"/>
                  </a:lnTo>
                  <a:close/>
                </a:path>
              </a:pathLst>
            </a:custGeom>
            <a:solidFill>
              <a:srgbClr val="2C2E3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87273" cy="2874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13169073" y="6492947"/>
            <a:ext cx="2976212" cy="5204241"/>
          </a:xfrm>
          <a:custGeom>
            <a:avLst/>
            <a:gdLst/>
            <a:ahLst/>
            <a:cxnLst/>
            <a:rect r="r" b="b" t="t" l="l"/>
            <a:pathLst>
              <a:path h="5204241" w="2976212">
                <a:moveTo>
                  <a:pt x="0" y="0"/>
                </a:moveTo>
                <a:lnTo>
                  <a:pt x="2976213" y="0"/>
                </a:lnTo>
                <a:lnTo>
                  <a:pt x="2976213" y="5204241"/>
                </a:lnTo>
                <a:lnTo>
                  <a:pt x="0" y="520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74861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92337" y="4452837"/>
            <a:ext cx="4340757" cy="4114800"/>
          </a:xfrm>
          <a:custGeom>
            <a:avLst/>
            <a:gdLst/>
            <a:ahLst/>
            <a:cxnLst/>
            <a:rect r="r" b="b" t="t" l="l"/>
            <a:pathLst>
              <a:path h="4114800" w="4340757">
                <a:moveTo>
                  <a:pt x="0" y="0"/>
                </a:moveTo>
                <a:lnTo>
                  <a:pt x="4340757" y="0"/>
                </a:lnTo>
                <a:lnTo>
                  <a:pt x="4340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31283" y="873773"/>
            <a:ext cx="15461514" cy="1774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0"/>
              </a:lnSpc>
            </a:pPr>
            <a:r>
              <a:rPr lang="en-US" sz="10400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BASE DE DATOS (SQL SERVER)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2636" y="8609314"/>
            <a:ext cx="19486548" cy="2062318"/>
            <a:chOff x="0" y="0"/>
            <a:chExt cx="5132259" cy="5431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2260" cy="543162"/>
            </a:xfrm>
            <a:custGeom>
              <a:avLst/>
              <a:gdLst/>
              <a:ahLst/>
              <a:cxnLst/>
              <a:rect r="r" b="b" t="t" l="l"/>
              <a:pathLst>
                <a:path h="543162" w="5132260">
                  <a:moveTo>
                    <a:pt x="0" y="0"/>
                  </a:moveTo>
                  <a:lnTo>
                    <a:pt x="5132260" y="0"/>
                  </a:lnTo>
                  <a:lnTo>
                    <a:pt x="5132260" y="543162"/>
                  </a:lnTo>
                  <a:lnTo>
                    <a:pt x="0" y="543162"/>
                  </a:lnTo>
                  <a:close/>
                </a:path>
              </a:pathLst>
            </a:custGeom>
            <a:solidFill>
              <a:srgbClr val="9F938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32259" cy="581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569517" y="-1103509"/>
            <a:ext cx="5837997" cy="3842464"/>
          </a:xfrm>
          <a:custGeom>
            <a:avLst/>
            <a:gdLst/>
            <a:ahLst/>
            <a:cxnLst/>
            <a:rect r="r" b="b" t="t" l="l"/>
            <a:pathLst>
              <a:path h="3842464" w="5837997">
                <a:moveTo>
                  <a:pt x="0" y="0"/>
                </a:moveTo>
                <a:lnTo>
                  <a:pt x="5837997" y="0"/>
                </a:lnTo>
                <a:lnTo>
                  <a:pt x="5837997" y="3842463"/>
                </a:lnTo>
                <a:lnTo>
                  <a:pt x="0" y="3842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90256" y="2268669"/>
            <a:ext cx="10752106" cy="6340645"/>
          </a:xfrm>
          <a:custGeom>
            <a:avLst/>
            <a:gdLst/>
            <a:ahLst/>
            <a:cxnLst/>
            <a:rect r="r" b="b" t="t" l="l"/>
            <a:pathLst>
              <a:path h="6340645" w="10752106">
                <a:moveTo>
                  <a:pt x="0" y="0"/>
                </a:moveTo>
                <a:lnTo>
                  <a:pt x="10752106" y="0"/>
                </a:lnTo>
                <a:lnTo>
                  <a:pt x="10752106" y="6340645"/>
                </a:lnTo>
                <a:lnTo>
                  <a:pt x="0" y="6340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957" r="0" b="-603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42362" y="2833054"/>
            <a:ext cx="6617791" cy="5211876"/>
          </a:xfrm>
          <a:custGeom>
            <a:avLst/>
            <a:gdLst/>
            <a:ahLst/>
            <a:cxnLst/>
            <a:rect r="r" b="b" t="t" l="l"/>
            <a:pathLst>
              <a:path h="5211876" w="6617791">
                <a:moveTo>
                  <a:pt x="0" y="0"/>
                </a:moveTo>
                <a:lnTo>
                  <a:pt x="6617791" y="0"/>
                </a:lnTo>
                <a:lnTo>
                  <a:pt x="6617791" y="5211876"/>
                </a:lnTo>
                <a:lnTo>
                  <a:pt x="0" y="5211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868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96248" y="46356"/>
            <a:ext cx="12052234" cy="177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60"/>
              </a:lnSpc>
              <a:spcBef>
                <a:spcPct val="0"/>
              </a:spcBef>
            </a:pPr>
            <a:r>
              <a:rPr lang="en-US" sz="10400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CONTROLLER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248" y="1763394"/>
            <a:ext cx="3138184" cy="50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5"/>
              </a:lnSpc>
              <a:spcBef>
                <a:spcPct val="0"/>
              </a:spcBef>
            </a:pPr>
            <a:r>
              <a:rPr lang="en-US" b="true" sz="2982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PACIENTES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8971280"/>
            <a:ext cx="11142362" cy="131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U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so 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d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e 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m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delos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pa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a 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ma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p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ar 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los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d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atos 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(Pa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ie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).</a:t>
            </a:r>
          </a:p>
          <a:p>
            <a:pPr algn="l" marL="604519" indent="-302260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M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nej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o 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de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peti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on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es 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HTTP: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GET,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POST, PUT y DELETE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490249" y="8752205"/>
            <a:ext cx="8797751" cy="175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Retorn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o de d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at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os en forma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to JSON 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para el frontend.</a:t>
            </a:r>
          </a:p>
          <a:p>
            <a:pPr algn="l" marL="604519" indent="-302260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Códig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o e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structurado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y reutilizable para o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tro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s módulos (médicos, citas, 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reportes)</a:t>
            </a:r>
            <a:r>
              <a:rPr lang="en-US" sz="27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2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56340" y="4109820"/>
            <a:ext cx="10975319" cy="185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244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MUCHAS GRACIAS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479172" y="-342025"/>
            <a:ext cx="7329657" cy="2932128"/>
            <a:chOff x="0" y="0"/>
            <a:chExt cx="1930445" cy="772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30445" cy="772248"/>
            </a:xfrm>
            <a:custGeom>
              <a:avLst/>
              <a:gdLst/>
              <a:ahLst/>
              <a:cxnLst/>
              <a:rect r="r" b="b" t="t" l="l"/>
              <a:pathLst>
                <a:path h="772248" w="1930445">
                  <a:moveTo>
                    <a:pt x="0" y="0"/>
                  </a:moveTo>
                  <a:lnTo>
                    <a:pt x="1930445" y="0"/>
                  </a:lnTo>
                  <a:lnTo>
                    <a:pt x="1930445" y="772248"/>
                  </a:lnTo>
                  <a:lnTo>
                    <a:pt x="0" y="772248"/>
                  </a:lnTo>
                  <a:close/>
                </a:path>
              </a:pathLst>
            </a:custGeom>
            <a:solidFill>
              <a:srgbClr val="9F938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30445" cy="810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5400000">
            <a:off x="7339966" y="-1317246"/>
            <a:ext cx="3608067" cy="5558508"/>
          </a:xfrm>
          <a:custGeom>
            <a:avLst/>
            <a:gdLst/>
            <a:ahLst/>
            <a:cxnLst/>
            <a:rect r="r" b="b" t="t" l="l"/>
            <a:pathLst>
              <a:path h="5558508" w="3608067">
                <a:moveTo>
                  <a:pt x="0" y="0"/>
                </a:moveTo>
                <a:lnTo>
                  <a:pt x="3608068" y="0"/>
                </a:lnTo>
                <a:lnTo>
                  <a:pt x="3608068" y="5558508"/>
                </a:lnTo>
                <a:lnTo>
                  <a:pt x="0" y="555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8135" b="-2646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0800000">
            <a:off x="5479172" y="7809304"/>
            <a:ext cx="7329657" cy="2932128"/>
            <a:chOff x="0" y="0"/>
            <a:chExt cx="1930445" cy="7722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30445" cy="772248"/>
            </a:xfrm>
            <a:custGeom>
              <a:avLst/>
              <a:gdLst/>
              <a:ahLst/>
              <a:cxnLst/>
              <a:rect r="r" b="b" t="t" l="l"/>
              <a:pathLst>
                <a:path h="772248" w="1930445">
                  <a:moveTo>
                    <a:pt x="0" y="0"/>
                  </a:moveTo>
                  <a:lnTo>
                    <a:pt x="1930445" y="0"/>
                  </a:lnTo>
                  <a:lnTo>
                    <a:pt x="1930445" y="772248"/>
                  </a:lnTo>
                  <a:lnTo>
                    <a:pt x="0" y="772248"/>
                  </a:lnTo>
                  <a:close/>
                </a:path>
              </a:pathLst>
            </a:custGeom>
            <a:solidFill>
              <a:srgbClr val="9F938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30445" cy="810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5400000">
            <a:off x="7339966" y="6158144"/>
            <a:ext cx="3608067" cy="5558508"/>
          </a:xfrm>
          <a:custGeom>
            <a:avLst/>
            <a:gdLst/>
            <a:ahLst/>
            <a:cxnLst/>
            <a:rect r="r" b="b" t="t" l="l"/>
            <a:pathLst>
              <a:path h="5558508" w="3608067">
                <a:moveTo>
                  <a:pt x="0" y="0"/>
                </a:moveTo>
                <a:lnTo>
                  <a:pt x="3608068" y="0"/>
                </a:lnTo>
                <a:lnTo>
                  <a:pt x="3608068" y="5558508"/>
                </a:lnTo>
                <a:lnTo>
                  <a:pt x="0" y="555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8135" b="-2646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DAG7uz197LQ</dc:identifier>
  <dcterms:modified xsi:type="dcterms:W3CDTF">2011-08-01T06:04:30Z</dcterms:modified>
  <cp:revision>1</cp:revision>
  <dc:title>ProyectoFinal-ds4</dc:title>
</cp:coreProperties>
</file>